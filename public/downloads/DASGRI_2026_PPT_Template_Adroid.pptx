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23/03/26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23/03/26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23/03/26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95" y="1527716"/>
            <a:ext cx="11842810" cy="4625069"/>
          </a:xfrm>
        </p:spPr>
        <p:txBody>
          <a:bodyPr/>
          <a:lstStyle/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3200" dirty="0">
                <a:latin typeface="Comic Sans MS" panose="030F0702030302020204" pitchFamily="66" charset="0"/>
              </a:rPr>
              <a:t>TITLE OF PAPER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Authors</a:t>
            </a: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Affiliation of Presenting Author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EB25F-DAF0-4B2C-2831-18FB37295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57350"/>
            <a:ext cx="11407806" cy="47345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1. INDEX: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B245B2-C050-81AE-3406-FA8DCABEC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52575"/>
            <a:ext cx="11407806" cy="48393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2. ABSTRACT: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76472F-E117-EF32-7223-8E3197981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3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04975"/>
            <a:ext cx="11407806" cy="46869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3. INTRODUCTION: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BD55F7-AE9E-AA51-7053-473E4FAF5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2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28080"/>
            <a:ext cx="11407806" cy="4763842"/>
          </a:xfrm>
        </p:spPr>
        <p:txBody>
          <a:bodyPr/>
          <a:lstStyle/>
          <a:p>
            <a:pPr algn="l"/>
            <a:r>
              <a:rPr lang="en-IN" dirty="0"/>
              <a:t>4. </a:t>
            </a:r>
            <a:r>
              <a:rPr lang="en-IN" dirty="0">
                <a:latin typeface="Comic Sans MS" panose="030F0702030302020204" pitchFamily="66" charset="0"/>
              </a:rPr>
              <a:t>LITERATURE REVIEW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TABULAR FORM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102120-A1C0-7B55-868A-D981F3A7D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6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5. RESEARCH GAPS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BULLETS FORM</a:t>
            </a:r>
            <a:endParaRPr lang="en-IN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E7AAE0-7BCE-AE13-EEEC-C903C4590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1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6. PROPOSED METHODOLOGY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IN THE FORM OF FLOW GRAPH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2D3C65-138F-CC39-8F76-445D3B31D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7. RESULTS &amp; DISCUSSION: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ED16BF-9687-08C1-7943-75A30BB5A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6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8. COMPARATIVE ANALYSIS: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06773C-2720-0B26-7B4E-83DF227D7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71625"/>
            <a:ext cx="11407806" cy="482029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9. CONCLUSION &amp; FUTURE WORK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03B8C0-56DA-DA8F-EE10-E1E9962D1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27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33550"/>
            <a:ext cx="11407806" cy="46583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10. REFERENCES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PUT ALL THE REFERENCES IN THE PROPER FORMAT.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B6BBD7-FED8-E8CF-0BDB-8E70E3A2B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9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116</Words>
  <Application>Microsoft Macintosh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Deepak Gupta</cp:lastModifiedBy>
  <cp:revision>23</cp:revision>
  <dcterms:created xsi:type="dcterms:W3CDTF">2021-02-05T14:09:33Z</dcterms:created>
  <dcterms:modified xsi:type="dcterms:W3CDTF">2026-03-23T16:23:13Z</dcterms:modified>
</cp:coreProperties>
</file>