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23/03/26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23/03/26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8E97D-D68D-34F5-B23F-8BC0437F5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1002F-4295-1AA6-F9B1-C32FF4202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23F315-B747-9A30-B81B-21FE1F26E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587A8F-BC09-CEA7-CE5D-2FC1D782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3C2E28-F0A7-157C-D89C-424E2E5EE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FB345F-C21C-D97D-6B28-7ADEBEC44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9577E0-6E81-74F6-F566-2CDB3912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D54A6B-B761-0ADD-2C98-B04548CA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CE60AB-EED4-2464-9FCB-B8AA12282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534FC9-C762-E5BE-36C0-223FCA566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6C7B4-AC9C-CFF8-5AEF-FFA29DBB9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20</cp:revision>
  <dcterms:created xsi:type="dcterms:W3CDTF">2021-02-05T14:09:33Z</dcterms:created>
  <dcterms:modified xsi:type="dcterms:W3CDTF">2026-03-23T16:20:51Z</dcterms:modified>
</cp:coreProperties>
</file>